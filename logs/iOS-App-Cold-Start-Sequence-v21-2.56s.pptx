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S-v21-Slide2-No-Request-Numbers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