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1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4572005" y="3253750"/>
            <a:ext cx="739200" cy="152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0A9C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0" lIns="10150" spcFirstLastPara="1" rIns="101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173F77"/>
                </a:solidFill>
                <a:latin typeface="Arial"/>
                <a:ea typeface="Arial"/>
                <a:cs typeface="Arial"/>
                <a:sym typeface="Arial"/>
              </a:rPr>
              <a:t>User Profiles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379719" y="3253740"/>
            <a:ext cx="380999" cy="152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20A9C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0" lIns="10150" spcFirstLastPara="1" rIns="101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0" u="none" cap="none" strike="noStrike">
                <a:solidFill>
                  <a:srgbClr val="173F77"/>
                </a:solidFill>
                <a:latin typeface="Arial"/>
                <a:ea typeface="Arial"/>
                <a:cs typeface="Arial"/>
                <a:sym typeface="Arial"/>
              </a:rPr>
              <a:t>PubNub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OS-v21-Slide2-No-Request-Numbers-v2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