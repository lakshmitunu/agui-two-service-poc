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droid-v19-Style-Leadership-Preview-Slide1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droid-v19-Style-API-Breakdown-Slide2-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