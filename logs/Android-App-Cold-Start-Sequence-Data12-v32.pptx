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ndroid-Data12-Cold-v27-Slid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ndroid-Data12-Cold-v27-Slid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Android App Cold Start Sequence - Data12</dc:title>
  <dc:subject>Android startup API sequence</dc:subject>
  <dc:creator>OpenAI</dc:creator>
  <cp:lastModifiedBy>OpenAI</cp:lastModifiedBy>
  <cp:revision>1</cp:revision>
  <dcterms:created xsi:type="dcterms:W3CDTF">2026-09-21T01:00:10Z</dcterms:created>
  <dcterms:modified xsi:type="dcterms:W3CDTF">2026-09-21T01:00:10Z</dcterms:modified>
</cp:coreProperties>
</file>